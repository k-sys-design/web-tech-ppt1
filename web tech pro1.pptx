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129E3-50B5-D7B3-53FE-D328C6B31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A536C-7BE7-FE16-1BA4-58C5FA067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74AF1-CCDF-0DAE-288B-D3D596E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5D07F-AB3E-F06E-5110-C25B018C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413E0-BD62-5FAC-D16E-F7DB9234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9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0BB4-B9D7-7FB2-B597-3C60FE536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E42CB-C9D9-1910-B3A2-CE0E91676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77348-CFE3-E443-59B7-992E3F4F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7EE95-9B59-3E3E-B901-C9EAADB5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FBF87-D19F-0E98-CC1B-DF35526AA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15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C4EE-C088-39DC-1AB4-CCA38B443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CB7EF-D91D-AF79-299D-188591121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339CB-C8E8-852A-49FE-EB363E89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439CE-3D84-ED7C-A62C-A7C94103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10FE4-47EF-2DC8-44D3-8B056373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7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538B9-31D5-A617-B395-25407AC3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AAA90-402B-09A3-9B01-15D422477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188F6-D83B-9FBE-EE24-E2EC64AA5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72964-EA7F-2E8C-4DB2-EC1D139B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CA2CD-5873-372E-9548-FBD2FC27C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B5278-7F94-B4BC-E1B0-9EC21086A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09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A2A8-CDD4-18C5-D145-CCF921AC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D8CF4-4D0C-1470-0C40-C261378CB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5D4CE-6DC7-C096-B20F-8798AAB56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7EDE9-9808-E8EC-1AFA-F848B49F9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73389B-7ECA-413B-E367-D7FCB18A4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889F-13C8-A61A-D8F6-3E444EAF1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762A5-8825-1906-88E4-AD98BA25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40644-9672-5C79-3A9A-9F081CD2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6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2852-47BC-B196-5692-423EB2D9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5C4AA-D2B6-D9E6-1456-EFB9578A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8E18E-AEEA-59BB-8973-A6CC9855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4FD3C-D805-0824-1515-7D338E41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46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384F8F-5F26-2BA3-A5E6-395B3CC8B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3BEF-CB95-E129-14A6-102A67BC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1921C-836F-8596-01D3-EF3A1ECA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6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2BA2-3937-562A-C4B4-5885BA9B3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F3281-732C-49B0-4336-753D012E0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FC86D-4368-7DC4-5E6D-67A4777A7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0CDCA-BDBF-8741-4027-F0B0273CE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4AB53-569C-A505-914F-EC963DEF0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D92E1-B0C3-9FF8-1A43-AF1C7AC3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0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EC51-B1AC-44A2-34E8-EF52DFDA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9DDA7-64E3-07C6-8103-E56BB53AB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94981-9542-2976-DC77-8F84AAC83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71D62-9A38-1834-FC42-5DF74568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773AE-601C-24DA-4432-18231748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1B366-9614-6C69-6F00-0FB03B29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8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12E4-C2E1-47D6-C224-90C11DE5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BE1D0-F97C-C9E0-CCAF-266083D8C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BCE65-3692-326C-A72A-F0C96E66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04394-928B-29C3-5A93-2EFCC7A7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D8635-2C15-89AB-40D6-A74B6EE5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85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26BF2E-B021-F822-D0C7-C34E82D9D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92351-8F59-FDA9-49EB-02CF6DA07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C0B6A-55C2-5E3E-F286-B34CD9238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3AFB5-78F7-DC9B-3AD6-FE6E98A9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EE605-0573-0F05-F488-3EF96CC0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3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D50DA-B03F-E785-4EDE-BD4FF35C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5B04B-3995-1AAC-82B9-CDC2760C4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8813F-61E2-499F-B829-2A2D70862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05C3A-AD75-4798-82A0-92F69C3EE02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082B8-C356-1BA3-2321-207491622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985C5-FD6D-EC2E-4397-C1A60C2D5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66B7D-8ECC-4724-A446-D9384AB3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C2ED-7309-D5B6-B644-39F32FCB6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F8A5E-AD11-0EEB-2F74-179411EAAE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1D90BD-A2A2-0D0C-F5BC-799101251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" y="0"/>
            <a:ext cx="121834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80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822BF9-3241-32E7-9617-77ECB98DD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5" y="28100"/>
            <a:ext cx="12146070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05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4E1842-00F8-4E58-5BAE-1E837A7F8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4" y="28100"/>
            <a:ext cx="12117491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5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8239C5-BF83-6D83-91DC-91218E2C0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" y="28100"/>
            <a:ext cx="12155596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80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3D9547-D48F-3A26-A78A-07ED23F3B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" y="32863"/>
            <a:ext cx="12155596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72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4FC843-C2FD-6757-B56B-6D82F48DD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1" y="37626"/>
            <a:ext cx="12127017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1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15A416-B02D-27D3-1AB3-C48855838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8" y="32863"/>
            <a:ext cx="12136544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08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0B4356-3994-032E-D0EB-783508F50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1" y="9047"/>
            <a:ext cx="12127017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97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2EFE65-1C24-57E2-BA04-DC11EBBE8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8" y="9047"/>
            <a:ext cx="12136544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04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jhansy s</dc:creator>
  <cp:lastModifiedBy>jhansy s</cp:lastModifiedBy>
  <cp:revision>1</cp:revision>
  <dcterms:created xsi:type="dcterms:W3CDTF">2026-01-28T08:32:35Z</dcterms:created>
  <dcterms:modified xsi:type="dcterms:W3CDTF">2026-01-28T08:32:49Z</dcterms:modified>
</cp:coreProperties>
</file>